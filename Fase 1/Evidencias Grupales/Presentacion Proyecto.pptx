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18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-2103120" y="5943600"/>
            <a:ext cx="2194560" cy="21945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 ·  CONSOLA DE ADMINISTRACIÓN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del Proyecto APT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y Fidelización de Cuidadoras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10698480" cy="1234440"/>
          </a:xfrm>
          <a:prstGeom prst="roundRect">
            <a:avLst>
              <a:gd name="adj" fmla="val 6667"/>
            </a:avLst>
          </a:prstGeom>
          <a:solidFill>
            <a:srgbClr val="141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1605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Asignatura: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PTY4614 · Capstone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Presentación inicial (semana 4)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 Piña · Julio Muñoz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 ·  Taller de Proyectos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1 · DESCRIPCIÓN Y RELEVANCIA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y Fidelización en la Consola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es la plataforma de cuidado de adultos mayores de Wellq Co. Nuestro Proyecto APT construye, dentro de su Consola de Administración, estos dos frentes: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C97F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de cuidadoras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Damos visibilidad a las cuidadoras dentro de la app para que las familias las descubran, comparen y elijan con confianza.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488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1488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FIDELIZACIÓN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y ranking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017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Premiamos el buen desempeño: más puntos significan mejor ubicación en el marketplace y prioridad en nuevos trabajos.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51960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marketplace ya existe en el backend; nosotros sumamos marketing (visibilidad) y fidelización (puntos) para retener a las mejores cuidadoras.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FIDELIZACIÓN EN ACCIÓN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el ciclo de puntos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2834640"/>
          </a:xfrm>
          <a:prstGeom prst="roundRect">
            <a:avLst>
              <a:gd name="adj" fmla="val 327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5044" y="2395728"/>
            <a:ext cx="621792" cy="6217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95044" y="23865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completado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cuidadora termina un turno agendado en la app.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81528" y="2359152"/>
            <a:ext cx="283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514600" cy="2834640"/>
          </a:xfrm>
          <a:prstGeom prst="roundRect">
            <a:avLst>
              <a:gd name="adj" fmla="val 327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9684" y="2395728"/>
            <a:ext cx="621792" cy="6217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29684" y="23865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califica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977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 una reseña sobre el servicio recibido.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16168" y="2359152"/>
            <a:ext cx="283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514600" cy="2834640"/>
          </a:xfrm>
          <a:prstGeom prst="roundRect">
            <a:avLst>
              <a:gd name="adj" fmla="val 327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64324" y="2395728"/>
            <a:ext cx="621792" cy="6217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64324" y="23865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suman puntos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977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otorga puntos automáticamente.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2359152"/>
            <a:ext cx="283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52560" y="2103120"/>
            <a:ext cx="2514600" cy="2834640"/>
          </a:xfrm>
          <a:prstGeom prst="roundRect">
            <a:avLst>
              <a:gd name="adj" fmla="val 327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98964" y="2395728"/>
            <a:ext cx="621792" cy="62179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98964" y="23865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2004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en el ranking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977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mejor ubicada y con prioridad en nuevos trabajos.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ENCARGO TÉCNICO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propuestos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60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554480"/>
            <a:ext cx="1005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Método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15000" y="1554480"/>
            <a:ext cx="4434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15544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149840" y="1554480"/>
            <a:ext cx="1463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87000" y="1554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011680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/admin/marketplace/caregivers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011680"/>
            <a:ext cx="1005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01168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2011680"/>
            <a:ext cx="4434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201168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las cuidadoras del marketplace.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49840" y="2011680"/>
            <a:ext cx="1463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55580" y="21762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355580" y="21762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EXISTE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633472"/>
            <a:ext cx="416052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2633472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/admin/marketplace/caregivers/{id}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633472"/>
            <a:ext cx="100584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63347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15000" y="2633472"/>
            <a:ext cx="443484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2160" y="2633472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una cuidadora.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49840" y="2633472"/>
            <a:ext cx="146304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55580" y="279806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355580" y="27980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EXISTE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255264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3255264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/admin/marketplace/caregivers/{id}/points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255264"/>
            <a:ext cx="1005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255264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5000" y="3255264"/>
            <a:ext cx="4434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52160" y="3255264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puntos por trabajo completado o buena reseña.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149840" y="3255264"/>
            <a:ext cx="1463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55580" y="341985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97F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355580" y="34198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3877056"/>
            <a:ext cx="416052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3877056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/admin/marketplace/caregivers/ranking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877056"/>
            <a:ext cx="100584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87705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15000" y="3877056"/>
            <a:ext cx="443484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52160" y="387705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el listado ordenado por puntaje.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149840" y="3877056"/>
            <a:ext cx="146304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55580" y="40416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97F3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355580" y="4041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4498848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5800" y="449884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/admin/marketplace/reviews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09160" y="4498848"/>
            <a:ext cx="1005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46320" y="4498848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715000" y="4498848"/>
            <a:ext cx="4434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852160" y="449884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registra una reseña/calificación.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0149840" y="4498848"/>
            <a:ext cx="1463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55580" y="46634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97F3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10355580" y="46634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48640" y="5120640"/>
            <a:ext cx="416052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5800" y="5120640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/admin/marketing/dashboard/summary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09160" y="5120640"/>
            <a:ext cx="100584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846320" y="512064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715000" y="5120640"/>
            <a:ext cx="443484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852160" y="512064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KPIs: cuidadoras activas, puntaje promedio, top 5.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149840" y="5120640"/>
            <a:ext cx="1463040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55580" y="528523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97F3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0355580" y="52852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59710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primeros ya están construidos y funcionando en el backend; los cuatro siguientes son nuestro aporte para esta fase.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2 · PERFIL DE EGRESO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que integra 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proyectos informáticos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en sprints con los 6 endpoints priorizados y su alcance definido antes de programar.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7452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modelos de datos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290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puntos, reseñas y ranking sobre la tabla de cuidadoras ya existente.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87452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560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una solución de software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42900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endpoints nuevos integrados al marketplace ya construido, con pruebas y despliegue.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TÉCNICO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que vamos a usar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23901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12390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99923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999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29584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295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80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y persistencia de puntos, reseñas y ranking.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169164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17720" y="1965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2468880"/>
            <a:ext cx="10287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7720" y="2468880"/>
            <a:ext cx="1028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999232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999232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529584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35295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480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de la consola: marketplace y ranking de cuidadoras.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169164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0" y="19659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12480" y="246888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246888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12480" y="2999232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0" y="299923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0" y="3529584"/>
            <a:ext cx="123901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2480" y="3529584"/>
            <a:ext cx="12390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4480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reproducible, versionado y pruebas de la API.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4 · FACTIBILIDAD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 realizable en esta asignatura?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01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técnica ya construida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marketplace de cuidadoras ya funciona en el backend; no partimos de cero.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85623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01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acotado y en fases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endpoints: 2 ya existentes y 4 nuevos, con orden de implementación claro.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95935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04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conocidas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805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stack usado en el resto de la consola: FastAPI, PostgreSQL, React y Vite.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0332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3959352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904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compatible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4805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se ajusta a las semanas del semestre, con hitos cada 2 semanas.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5 · OBJETIVOS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 y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marketplace de cuidadoras de AgeCare y un sistema de fidelización por puntos que reconozca el buen desempeño y ayude a las familias a elegir con confianza.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73552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→"/>
            </a:pPr>
            <a:r>
              <a:rPr lang="en-US" sz="14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Exponer un marketplace de cuidadoras visible y ordenable para las familias.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→"/>
            </a:pPr>
            <a:r>
              <a:rPr lang="en-US" sz="14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Permitir que la familia califique a la cuidadora al finalizar un trabajo.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→"/>
            </a:pPr>
            <a:r>
              <a:rPr lang="en-US" sz="14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Sumar puntos automáticamente por trabajos completados y buenas reseñas.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→"/>
            </a:pPr>
            <a:r>
              <a:rPr lang="en-US" sz="14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un ranking que dé prioridad en nuevos trabajos a quien tiene más puntos.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6 Y 7 · METODOLOGÍA Y PLAN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y cuándo lo vamos a construir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 de 2 semanas, extendiendo el router /admin/marketplace ya existente (mismos roles, auditoría y errores), con GitHub y un tablero Kanban para seguir el avance.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676400" cy="1920240"/>
          </a:xfrm>
          <a:prstGeom prst="roundRect">
            <a:avLst>
              <a:gd name="adj" fmla="val 49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76656" y="2633472"/>
            <a:ext cx="142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1–2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3108960"/>
            <a:ext cx="142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6208" y="2468880"/>
            <a:ext cx="1676400" cy="1920240"/>
          </a:xfrm>
          <a:prstGeom prst="roundRect">
            <a:avLst>
              <a:gd name="adj" fmla="val 4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54224" y="2633472"/>
            <a:ext cx="142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3–4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54224" y="3108960"/>
            <a:ext cx="142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03776" y="2468880"/>
            <a:ext cx="1676400" cy="1920240"/>
          </a:xfrm>
          <a:prstGeom prst="roundRect">
            <a:avLst>
              <a:gd name="adj" fmla="val 4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31792" y="2633472"/>
            <a:ext cx="142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5–7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31792" y="3108960"/>
            <a:ext cx="142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y ranking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1344" y="2468880"/>
            <a:ext cx="1676400" cy="1920240"/>
          </a:xfrm>
          <a:prstGeom prst="roundRect">
            <a:avLst>
              <a:gd name="adj" fmla="val 4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09360" y="2633472"/>
            <a:ext cx="142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8–9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108960"/>
            <a:ext cx="142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58912" y="2468880"/>
            <a:ext cx="1676400" cy="1920240"/>
          </a:xfrm>
          <a:prstGeom prst="roundRect">
            <a:avLst>
              <a:gd name="adj" fmla="val 4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186928" y="2633472"/>
            <a:ext cx="142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10–11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86928" y="3108960"/>
            <a:ext cx="142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36480" y="2468880"/>
            <a:ext cx="1676400" cy="1920240"/>
          </a:xfrm>
          <a:prstGeom prst="roundRect">
            <a:avLst>
              <a:gd name="adj" fmla="val 490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64496" y="2633472"/>
            <a:ext cx="142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Sem. 12+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64496" y="3108960"/>
            <a:ext cx="1420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detalle de cada fase (alcance, entregable) está en la especificación de endpoints del equipo.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8 E IL 1.5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lo demostramos y cómo cumplimos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del avance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Git con commits por sprint.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de los 6 endpoints (roles, parámetros, errores).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Colección de pruebas Postman/Swagger.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→"/>
            </a:pPr>
            <a:r>
              <a:rPr lang="en-US" sz="13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grabada: una reseña subiendo a la cuidadora en el ranking.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calidad (IL 1.5)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14884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proyectos: backlog por sprint centrado en los 6 endpoints.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datos: puntos, reseñas y ranking sobre la tabla de cuidadoras existente.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software: 4 endpoints nuevos integrados, con pruebas y despliegue.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480560"/>
            <a:ext cx="3291840" cy="32918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Bryan Piña · Julio Muñoz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C97F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3 · INTERESES PROFESIONALES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elegimos este proyecto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de evaluación individual: cada integrante explica, con sus propias palabras, qué interés profesional propio ve reflejado en este proyecto.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C97F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 PIÑA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Interés profesional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interés profesional propio ves reflejado en este proyecto? (completar antes de presentar)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488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1488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MUÑOZ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Interés profesional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017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interés profesional propio ves reflejado en este proyecto? (completar antes de presentar)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51960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Consejo: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respuesta única — puede ser el backend, el diseño de producto, la experiencia de usuario, o los sistemas de reputación y gamificación. Cada uno responde con lo suyo.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AgeCare · Marketing y Fidelización · Definición Proyecto APT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2026-09-04T02:20:48Z</dcterms:created>
  <dcterms:modified xsi:type="dcterms:W3CDTF">2026-09-04T02:20:48Z</dcterms:modified>
</cp:coreProperties>
</file>